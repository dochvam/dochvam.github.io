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2"/>
  </p:normalViewPr>
  <p:slideViewPr>
    <p:cSldViewPr snapToGrid="0" snapToObjects="1">
      <p:cViewPr>
        <p:scale>
          <a:sx n="181" d="100"/>
          <a:sy n="181" d="100"/>
        </p:scale>
        <p:origin x="-3344" y="-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06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62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492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50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20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481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013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65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64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72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99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9D61B1-95AD-1C46-9339-F35331A5CBA5}" type="datetimeFigureOut">
              <a:rPr lang="en-US" smtClean="0"/>
              <a:t>12/29/16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3572-735E-BE49-9E35-E91DF494B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58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3530877" y="-1010810"/>
            <a:ext cx="9363840" cy="9450841"/>
            <a:chOff x="-265163" y="17890"/>
            <a:chExt cx="9363840" cy="9450841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286516">
              <a:off x="1848298" y="2522374"/>
              <a:ext cx="5428665" cy="4569126"/>
            </a:xfrm>
            <a:prstGeom prst="rect">
              <a:avLst/>
            </a:prstGeom>
            <a:blipFill>
              <a:blip r:embed="rId3"/>
              <a:stretch>
                <a:fillRect/>
              </a:stretch>
            </a:blipFill>
          </p:spPr>
        </p:pic>
        <p:sp>
          <p:nvSpPr>
            <p:cNvPr id="2" name="Rectangle 1"/>
            <p:cNvSpPr/>
            <p:nvPr/>
          </p:nvSpPr>
          <p:spPr>
            <a:xfrm rot="2337567">
              <a:off x="2872391" y="2381987"/>
              <a:ext cx="6226286" cy="6288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 rot="2337567">
              <a:off x="-265163" y="6232179"/>
              <a:ext cx="6226286" cy="6288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 rot="7612580">
              <a:off x="3477277" y="6041159"/>
              <a:ext cx="6226286" cy="6288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 rot="7612580">
              <a:off x="-547150" y="2816604"/>
              <a:ext cx="6226286" cy="6288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0083" y="1342191"/>
            <a:ext cx="7241157" cy="552381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049" y="1564099"/>
            <a:ext cx="254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0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 Goldstein</dc:creator>
  <cp:lastModifiedBy>Ben Goldstein</cp:lastModifiedBy>
  <cp:revision>4</cp:revision>
  <dcterms:created xsi:type="dcterms:W3CDTF">2016-12-26T20:30:41Z</dcterms:created>
  <dcterms:modified xsi:type="dcterms:W3CDTF">2016-12-29T16:43:59Z</dcterms:modified>
</cp:coreProperties>
</file>