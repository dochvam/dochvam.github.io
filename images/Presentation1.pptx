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2"/>
  </p:normalViewPr>
  <p:slideViewPr>
    <p:cSldViewPr snapToGrid="0" snapToObjects="1">
      <p:cViewPr>
        <p:scale>
          <a:sx n="136" d="100"/>
          <a:sy n="136" d="100"/>
        </p:scale>
        <p:origin x="144" y="-1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06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6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92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0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20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81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13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5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4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72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9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D61B1-95AD-1C46-9339-F35331A5CBA5}" type="datetimeFigureOut">
              <a:rPr lang="en-US" smtClean="0"/>
              <a:t>12/26/16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3572-735E-BE49-9E35-E91DF494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5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86516">
            <a:off x="1863874" y="2437534"/>
            <a:ext cx="5428665" cy="456912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2" name="Rectangle 1"/>
          <p:cNvSpPr/>
          <p:nvPr/>
        </p:nvSpPr>
        <p:spPr>
          <a:xfrm rot="2337567">
            <a:off x="2872391" y="2381987"/>
            <a:ext cx="6226286" cy="6288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 rot="2337567">
            <a:off x="-265163" y="6232179"/>
            <a:ext cx="6226286" cy="6288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 rot="7612580">
            <a:off x="3477277" y="6041159"/>
            <a:ext cx="6226286" cy="6288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 rot="7612580">
            <a:off x="-547150" y="2816604"/>
            <a:ext cx="6226286" cy="6288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0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Goldstein</dc:creator>
  <cp:lastModifiedBy>Ben Goldstein</cp:lastModifiedBy>
  <cp:revision>3</cp:revision>
  <dcterms:created xsi:type="dcterms:W3CDTF">2016-12-26T20:30:41Z</dcterms:created>
  <dcterms:modified xsi:type="dcterms:W3CDTF">2016-12-26T22:22:22Z</dcterms:modified>
</cp:coreProperties>
</file>